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Solution Assessment: Cursor AI Capabilities and Integration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498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65876"/>
                </a:solidFill>
              </a:rPr>
              <a:t>Prepared agenda covering MCP for Jira, Figma, Bitbucket, effective usage, and agent skills.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Objective: evaluate technical fit, operating readiness, and governance controls.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Scope: IDE productivity, workflow automation, and enterprise integration design.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Date: 2026-02-10</a:t>
            </a:r>
          </a:p>
        </p:txBody>
      </p:sp>
      <p:pic>
        <p:nvPicPr>
          <p:cNvPr id="5" name="Picture 4" descr="title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143000"/>
            <a:ext cx="640080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1) Assessment scope and current maturity baseline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2) Cursor AI capability findings and fit for delivery teams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3) MCP integration patterns for Jira, Figma, and Bitbucket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4) How to use Cursor effectively in day-to-day workflows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5) How to add and govern agent skills for repeatability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6) 90-day rollout roadmap, risks, and KPI tracking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Assessment Snapshot: Cursor AI Capability Maturity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Overall readiness is strong for a controlled pilot: 3.8 / 5.0.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Strongest dimensions: code generation, refactoring, and context-aware assistance.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Main gaps: standardized workflow recipes, governance instrumentation, and skill reuse.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Recommendation: pilot with two squads and centralized enablement support.</a:t>
            </a:r>
          </a:p>
        </p:txBody>
      </p:sp>
      <p:pic>
        <p:nvPicPr>
          <p:cNvPr id="4" name="Picture 3" descr="capabilit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Target Integration Architecture (MCP + Cursor Agents)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MCP servers expose enterprise tools using normalized schemas for agents.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least-privilege service accounts and repository/project allow-lists.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Require human approval for state-changing actions (status updates, merges).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Log prompts, tool calls, and outputs for audit and compliance traceability.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MCP for Jira: Workflow Automation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cases: ticket summarization, acceptance criteria drafting, and test scenario generation.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Setup: Jira token, MCP Jira server configuration, project and issue filters.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Guardrails: no automatic status transitions without explicit user confirmation.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KPIs: grooming time, cycle time, reopen rate, and requirement clarity.</a:t>
            </a:r>
          </a:p>
        </p:txBody>
      </p:sp>
      <p:pic>
        <p:nvPicPr>
          <p:cNvPr id="4" name="Picture 3" descr="jira_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MCP for Figma: Design-to-Code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cases: extract design tokens, generate implementation notes, map components to stories.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Setup: scoped Figma token, design-system mapping, and project-level permissions.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Guardrails: read-only access in production design files; write only in sandbox.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KPIs: handoff defects, UI rework effort, and design implementation lead time.</a:t>
            </a:r>
          </a:p>
        </p:txBody>
      </p:sp>
      <p:pic>
        <p:nvPicPr>
          <p:cNvPr id="4" name="Picture 3" descr="figma_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MCP for Bitbucket: Source Control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cases: repository analysis, PR description drafts, and review checklist generation.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Setup: OAuth/app password, branch protections, and repository allow-list.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Guardrails: protected branches, mandatory reviewer, and CI pass before merge.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KPIs: PR lead time, review latency, escaped defect rate, and release quality.</a:t>
            </a:r>
          </a:p>
        </p:txBody>
      </p:sp>
      <p:pic>
        <p:nvPicPr>
          <p:cNvPr id="4" name="Picture 3" descr="bitbucket_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How to Use Cursor + MCP Effectively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Standardize prompts as reusable recipes for common engineering tasks.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Start with assistant mode, then scale to agent actions with approval checkpoints.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Attach each workflow to quality gates and a clear Definition of Done.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Review adoption and quality metrics weekly; retire low-value automations quickly.</a:t>
            </a:r>
          </a:p>
        </p:txBody>
      </p:sp>
      <p:pic>
        <p:nvPicPr>
          <p:cNvPr id="4" name="Picture 3" descr="effectivenes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How to Add Agent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A skill package should include metadata, prompts, tools, and validation tests.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Use a versioned registry and changelog for transparent rollout and rollback.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Test each skill on golden tasks before publishing to teams.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Run monthly quality reviews to improve prompts and remove stale skills.</a:t>
            </a:r>
          </a:p>
        </p:txBody>
      </p:sp>
      <p:pic>
        <p:nvPicPr>
          <p:cNvPr id="4" name="Picture 3" descr="skill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Risk Management and Governance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Top risks: over-permissioned tokens, unreviewed write actions, and prompt drift.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Controls: RBAC, approval checkpoints, central logs, and benchmark test suites.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Security baseline: vault secrets, rotate credentials every 90 days, anomaly alerts.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Ownership: platform team manages MCP; squad leads manage skill effectiveness.</a:t>
            </a:r>
          </a:p>
        </p:txBody>
      </p:sp>
      <p:pic>
        <p:nvPicPr>
          <p:cNvPr id="4" name="Picture 3" descr="risk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90-Day Rollout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5029200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Days 0-30: establish MCP connectors, security controls, and baseline metrics.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Days 31-60: publish high-value skills, add CI quality gates, and train champions.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Days 61-90: scale to additional squads and report quantified business impact.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Success target: &gt;20% cycle-time improvement without governance incidents.</a:t>
            </a:r>
          </a:p>
        </p:txBody>
      </p:sp>
      <p:pic>
        <p:nvPicPr>
          <p:cNvPr id="4" name="Picture 3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188720"/>
            <a:ext cx="6217920" cy="34975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52A4B"/>
                </a:solidFill>
              </a:rPr>
              <a:t>Recommended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Approve pilot scope and select 2-3 candidate squads.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Assign owners for MCP platform, security controls, and skill registry.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Start weekly steering reviews using KPI dashboard outputs.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Plan executive checkpoint at day 45 and day 90.</a:t>
            </a: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0"/>
              </a:spcAft>
              <a:defRPr sz="2200">
                <a:solidFill>
                  <a:srgbClr val="233452"/>
                </a:solidFill>
              </a:defRPr>
            </a:pPr>
            <a:r>
              <a:t>Q&amp;A</a:t>
            </a:r>
          </a:p>
        </p:txBody>
      </p:sp>
      <p:pic>
        <p:nvPicPr>
          <p:cNvPr id="4" name="Picture 3" descr="title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6309360" cy="35490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