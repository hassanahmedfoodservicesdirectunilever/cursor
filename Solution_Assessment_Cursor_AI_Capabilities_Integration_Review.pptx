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Solution Assessment: Cursor AI Capabilities and Integration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Training edition with step-by-step labs, commands, and adoption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Objective: evaluate technical fit, operating readiness, and governance controls.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Scope: IDE productivity, workflow automation, and enterprise integration design.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Date: 2026-02-10</a:t>
            </a:r>
          </a:p>
        </p:txBody>
      </p:sp>
      <p:pic>
        <p:nvPicPr>
          <p:cNvPr id="5" name="Picture 4" descr="titl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97280"/>
            <a:ext cx="6537960" cy="36757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1) Capability assessment and current maturity baseline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2) MCP integration patterns for Jira, Figma, and Bitbucket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3) Effective usage model for developers and team leads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4) Hands-on tutorial with setup and commands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5) How to add and maintain agent skills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6) Governance controls, KPI tracking, and 90-day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Developer Training Approach (Easy Adoption)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Run this as a 4-week plan: 20% concepts + 80% practical labs.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Week 1: foundation and MCP setup by each developer.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Week 2: Jira, Figma, and Bitbucket workflow labs.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Week 3: prompt standardization and quality gates.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Week 4: skill creation, versioning, and team rollout.</a:t>
            </a:r>
          </a:p>
        </p:txBody>
      </p:sp>
      <p:pic>
        <p:nvPicPr>
          <p:cNvPr id="5" name="Picture 4" descr="tutoria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143000"/>
            <a:ext cx="6400800" cy="3598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Assessment Snapshot: Cursor AI Capability Maturity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Overall readiness is strong for a controlled pilot: 3.8 / 5.0.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Strongest dimensions: code generation, refactoring, and context-aware assistance.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Main gaps: standardized workflow recipes, governance instrumentation, and skill reuse.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Recommendation: pilot with two squads and centralized enablement support.</a:t>
            </a:r>
          </a:p>
        </p:txBody>
      </p:sp>
      <p:pic>
        <p:nvPicPr>
          <p:cNvPr id="4" name="Picture 3" descr="capabilit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Target Integration Architecture (MCP + Cursor Agents)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MCP servers expose enterprise tools using normalized schemas for agents.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least-privilege service accounts and repository/project allow-lists.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Require human approval for state-changing actions (status updates, merges).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Log prompts, tool calls, and outputs for audit and compliance traceability.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MCP for Jira: Workflow Automation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cases: ticket summarization, acceptance criteria drafting, and test scenario generation.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Setup: Jira token, MCP Jira server configuration, project and issue filters.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Guardrails: no automatic status transitions without explicit user confirmation.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KPIs: grooming time, cycle time, reopen rate, and requirement clarity.</a:t>
            </a:r>
          </a:p>
        </p:txBody>
      </p:sp>
      <p:pic>
        <p:nvPicPr>
          <p:cNvPr id="4" name="Picture 3" descr="jira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MCP for Figma: Design-to-Code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cases: extract design tokens, generate implementation notes, map components to stories.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Setup: scoped Figma token, design-system mapping, and project-level permissions.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Guardrails: read-only access in production design files; write only in sandbox.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KPIs: handoff defects, UI rework effort, and design implementation lead time.</a:t>
            </a:r>
          </a:p>
        </p:txBody>
      </p:sp>
      <p:pic>
        <p:nvPicPr>
          <p:cNvPr id="4" name="Picture 3" descr="figma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MCP for Bitbucket: Source Control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cases: repository analysis, PR description drafts, and review checklist generation.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Setup: OAuth/app password, branch protections, and repository allow-list.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Guardrails: protected branches, mandatory reviewer, and CI pass before merge.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KPIs: PR lead time, review latency, escaped defect rate, and release quality.</a:t>
            </a:r>
          </a:p>
        </p:txBody>
      </p:sp>
      <p:pic>
        <p:nvPicPr>
          <p:cNvPr id="4" name="Picture 3" descr="bitbucket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How to Use Cursor + MCP Effectively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Standardize prompts as reusable recipes for common engineering tasks.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Start with assistant mode, then scale to agent actions with approval checkpoints.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Attach each workflow to quality gates and a clear Definition of Done.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Review adoption and quality metrics weekly; retire low-value automations quickly.</a:t>
            </a:r>
          </a:p>
        </p:txBody>
      </p:sp>
      <p:pic>
        <p:nvPicPr>
          <p:cNvPr id="4" name="Picture 3" descr="effectiven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How to Add Agent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 skill package should include metadata, prompts, tools, and validation tests.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a versioned registry and changelog for transparent rollout and rollback.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Test each skill on golden tasks before publishing to teams.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Run monthly quality reviews to improve prompts and remove stale skills.</a:t>
            </a:r>
          </a:p>
        </p:txBody>
      </p:sp>
      <p:pic>
        <p:nvPicPr>
          <p:cNvPr id="4" name="Picture 3" descr="skill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1: Local Environment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Run these commands once per developer machine.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1) Create training workspace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mkdir -p ~/cursor-mcp-training/{servers,skills,logs} &amp;&amp; cd ~/cursor-mcp-training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2) Create Python environment for helper scripts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python3 -m venv .venv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source .venv/bin/activate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python -m pip install --upgrade pip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pip install mcp httpx python-dotenv pyyaml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3) Verify runtime versions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python --version &amp;&amp; node --version &amp;&amp; npm --version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4) Optional CLI helper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sudo apt-get update &amp;&amp; sudo apt-get install -y jq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2: Configure MCP Servers in 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Use this as a template and replace placeholders with your values.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1) Store credentials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cat &gt; .env &lt;&lt;'EOF'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JIRA_BASE_URL=https://your-company.atlassian.net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JIRA_EMAIL=you@company.com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JIRA_API_TOKEN=&lt;jira_token&gt;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FIGMA_TOKEN=&lt;figma_token&gt;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BITBUCKET_WORKSPACE=&lt;workspace&gt;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BITBUCKET_USERNAME=&lt;username&gt;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BITBUCKET_APP_PASSWORD=&lt;app_password&gt;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EOF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2) Cursor MCP config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mkdir -p .cursor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cat &gt; .cursor/mcp.json &lt;&lt;'JSON'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{"mcpServers":{"jira":{"command":"python","args":["servers/jira_server.py"],"envFile":".env"},"figma":{"command":"python","args":["servers/figma_server.py"],"envFile":".env"},"bitbucket":{"command":"python","args":["servers/bitbucket_server.py"],"envFile":".env"}}}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3: Jira Lab (Ticket Triage + Acceptance Criteria)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First validate API access, then run the workflow from Cursor chat.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Validate Jira token and user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curl -s -u "$JIRA_EMAIL:$JIRA_API_TOKEN" "$JIRA_BASE_URL/rest/api/3/myself" | jq '.displayName'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Pull latest issues from a project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curl -s -u "$JIRA_EMAIL:$JIRA_API_TOKEN" -G "$JIRA_BASE_URL/rest/api/3/search" --data-urlencode 'jql=project = PROJ ORDER BY updated DESC' --data-urlencode 'maxResults=5' | jq '.issues[].key'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Prompt in Cursor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"Using Jira MCP, summarize PROJ-101, draft acceptance criteria, and produce test cases."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"Generate status update with blockers, risks, and next actions for standup."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4: Figma Lab (Design-to-Code Handoff)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Validate token, then generate implementation checklist and tasks.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export FIGMA_FILE_KEY=&lt;file_key&gt;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Validate Figma API access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curl -s -H "X-Figma-Token: $FIGMA_TOKEN" "https://api.figma.com/v1/files/$FIGMA_FILE_KEY" | jq '.name'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Prompts in Cursor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"Using Figma MCP, extract colors, spacing, and typography tokens."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"Map components in frame HomePage to frontend stories with acceptance criteria."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"Create UI handoff checklist including responsive and accessibility checks."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5: Bitbucket Lab (PR Review and Release Notes)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Use repo metadata + prompts to speed up review quality.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Validate Bitbucket workspace access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curl -s -u "$BITBUCKET_USERNAME:$BITBUCKET_APP_PASSWORD" "https://api.bitbucket.org/2.0/repositories/$BITBUCKET_WORKSPACE" | jq '.values[0].full_name'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Prompts in Cursor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"Using Bitbucket MCP, summarize PR #123 and list functional risk areas."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"Generate a reviewer checklist focused on tests, security, and rollback plan."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Prompt: "Create release notes from commits merged since previous release tag."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6: Add Agent Skills (Reusable Team Assets)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Each skill should include metadata, prompt contract, and test cases.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Create skill directory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mkdir -p skills/jira-ticket-triage &amp;&amp; cd skills/jira-ticket-triage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cat &gt; skill.yaml &lt;&lt;'YAML'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name: jira-ticket-triage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version: 1.0.0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description: Triage issue and output action plan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tools: [jira.search, jira.get_issue]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YAML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cat &gt; prompts.md &lt;&lt;'MD'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Inputs: issue key, team context, definition of done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Output: summary, acceptance criteria, test cases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MD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echo '[{"input":"PROJ-101","assert_contains":["Summary","Acceptance Criteria"]}]' &gt; tests.json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Tutorial Step 7: Governance and KPI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Use scheduled scripts and weekly reviews to sustain adoption quality.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983480"/>
          </a:xfrm>
          <a:prstGeom prst="roundRect">
            <a:avLst/>
          </a:prstGeom>
          <a:solidFill>
            <a:srgbClr val="182134"/>
          </a:solidFill>
          <a:ln>
            <a:solidFill>
              <a:srgbClr val="1821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Example weekly KPI export (replace script names with your internal tooling)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mkdir -p logs metrics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python scripts/export_mcp_logs.py --last-days 7 &gt; logs/mcp_weekly.json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python scripts/calc_kpis.py --input logs/mcp_weekly.json --output metrics/weekly_kpis.csv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KPI template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echo 'date,cycle_time,pr_lead_time,reopen_rate,prompt_reuse,automation_success' &gt; metrics/template.csv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# Weekly review checklist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echo 'Review failed automations, stale skills, and permission scope' &gt; logs/weekly_review.txt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500">
                <a:solidFill>
                  <a:srgbClr val="E8EEFC"/>
                </a:solidFill>
                <a:latin typeface="DejaVu Sans Mono"/>
              </a:defRPr>
            </a:pPr>
            <a:r>
              <a:t>echo 'Approve next sprint improvements based on KPI trends' &gt;&gt; logs/weekly_review.txt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Risk Management and Governance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Top risks: over-permissioned tokens, unreviewed write actions, and prompt drift.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Controls: RBAC, approval checkpoints, central logs, and benchmark test suites.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Security baseline: vault secrets, rotate credentials every 90 days, anomaly alerts.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Ownership: platform team manages MCP; squad leads manage skill effectiveness.</a:t>
            </a:r>
          </a:p>
        </p:txBody>
      </p:sp>
      <p:pic>
        <p:nvPicPr>
          <p:cNvPr id="4" name="Picture 3" descr="ris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90-Day Rollout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Days 0-30: establish MCP connectors, security controls, and baseline metrics.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Days 31-60: publish high-value skills, add CI quality gates, and train champions.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Days 61-90: scale to additional squads and report quantified business impact.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Success target: &gt;20% cycle-time improvement without governance incidents.</a:t>
            </a:r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Approve pilot scope and select 2-3 candidate squads.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Assign owners for MCP platform, security controls, and skill registry.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Start weekly steering reviews using KPI dashboard outputs.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Plan executive checkpoint at day 45 and day 90.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Q&amp;A</a:t>
            </a:r>
          </a:p>
        </p:txBody>
      </p:sp>
      <p:pic>
        <p:nvPicPr>
          <p:cNvPr id="4" name="Picture 3" descr="titl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43000"/>
            <a:ext cx="6492240" cy="3650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