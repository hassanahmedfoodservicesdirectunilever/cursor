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Solution Assessment: Cursor AI Capabilities and Integration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45678"/>
                </a:solidFill>
              </a:rPr>
              <a:t>Spoon-feed training edition: simple English, clear steps, and full tutorial.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What this deck gives you: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Top MCP tools for development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Top agent skills to start fast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Step-by-step setup in Cursor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Commands your team can copy and run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Updated: 2026-02-10</a:t>
            </a:r>
          </a:p>
        </p:txBody>
      </p:sp>
      <p:pic>
        <p:nvPicPr>
          <p:cNvPr id="5" name="Picture 4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What your team will learn (easy words)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33554"/>
                </a:solidFill>
              </a:defRPr>
            </a:pPr>
            <a:r>
              <a:t>1) What MCP is and why it helps developers.</a:t>
            </a:r>
          </a:p>
          <a:p>
            <a:pPr>
              <a:spcAft>
                <a:spcPts val="800"/>
              </a:spcAft>
              <a:defRPr sz="2600">
                <a:solidFill>
                  <a:srgbClr val="233554"/>
                </a:solidFill>
              </a:defRPr>
            </a:pPr>
            <a:r>
              <a:t>2) Which MCP tools give the fastest value.</a:t>
            </a:r>
          </a:p>
          <a:p>
            <a:pPr>
              <a:spcAft>
                <a:spcPts val="800"/>
              </a:spcAft>
              <a:defRPr sz="2600">
                <a:solidFill>
                  <a:srgbClr val="233554"/>
                </a:solidFill>
              </a:defRPr>
            </a:pPr>
            <a:r>
              <a:t>3) How to connect Jira, Figma, and Bitbucket in Cursor.</a:t>
            </a:r>
          </a:p>
          <a:p>
            <a:pPr>
              <a:spcAft>
                <a:spcPts val="800"/>
              </a:spcAft>
              <a:defRPr sz="2600">
                <a:solidFill>
                  <a:srgbClr val="233554"/>
                </a:solidFill>
              </a:defRPr>
            </a:pPr>
            <a:r>
              <a:t>4) How to create reusable agent skills.</a:t>
            </a:r>
          </a:p>
          <a:p>
            <a:pPr>
              <a:spcAft>
                <a:spcPts val="800"/>
              </a:spcAft>
              <a:defRPr sz="2600">
                <a:solidFill>
                  <a:srgbClr val="233554"/>
                </a:solidFill>
              </a:defRPr>
            </a:pPr>
            <a:r>
              <a:t>5) How to use safe controls so automation stays trusted.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Agenda (spoon-feed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A: Top MCP tools for development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B: Top agent skills for developers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C: Prompt formula + Do/Don't quick guide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D: Step-by-step Cursor setup tutorial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E: Common errors and quick fixes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Part F: Daily routine + risk controls +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Top MCP tools that help development teams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Pick these first in your pilot: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1) Bitbucket/Git MCP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2) Jira MCP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3) Figma MCP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4) Docs MCP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5) CI/CD MCP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6) Database MCP</a:t>
            </a:r>
          </a:p>
        </p:txBody>
      </p:sp>
      <p:pic>
        <p:nvPicPr>
          <p:cNvPr id="4" name="Picture 3" descr="top_mcp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Top agent skills to create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Build a small skill library in week 1: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jira-ticket-triage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figma-handoff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pr-quality-check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release-note-writer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bug-root-cause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- test-case-generator</a:t>
            </a:r>
          </a:p>
        </p:txBody>
      </p:sp>
      <p:pic>
        <p:nvPicPr>
          <p:cNvPr id="4" name="Picture 3" descr="top_agent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How the connection works (simple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Tools -&gt; MCP layer -&gt; Cursor -&gt; Governance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MCP gives one common interface for each tool.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Cursor uses prompts + skills to call those tools.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Team rules control access, approvals, and logs.</a:t>
            </a:r>
          </a:p>
        </p:txBody>
      </p:sp>
      <p:pic>
        <p:nvPicPr>
          <p:cNvPr id="4" name="Picture 3" descr="si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Prompt formula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Use this every time: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Context: where and what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Task: what output you need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Constraints: limits and rules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Output format: bullet/table/json</a:t>
            </a:r>
          </a:p>
        </p:txBody>
      </p:sp>
      <p:pic>
        <p:nvPicPr>
          <p:cNvPr id="4" name="Picture 3" descr="promp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Do and Don't (simple rules)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Use this for new team members: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Do: read-only first, then safe write with approval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Do: save good prompts as skills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Don't: use admin tokens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Don't: auto-merge without review</a:t>
            </a:r>
          </a:p>
        </p:txBody>
      </p:sp>
      <p:pic>
        <p:nvPicPr>
          <p:cNvPr id="4" name="Picture 3" descr="do_d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Tutorial map: follow these 8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Trainer flow for one session (about 90 minutes):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10 min demo + 25 min pair lab + 15 min review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Repeat for Jira, Figma, and Bitbucket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End with one reusable skill per developer</a:t>
            </a:r>
          </a:p>
        </p:txBody>
      </p:sp>
      <p:pic>
        <p:nvPicPr>
          <p:cNvPr id="4" name="Picture 3" descr="tutorial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1: Prepare local machine (copy and run)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11155680" cy="530352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mkdir -p ~/cursor-mcp-training/{servers,skills,logs} &amp;&amp; cd ~/cursor-mcp-training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python3 -m venv .venv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source .venv/bin/activate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python -m pip install --upgrade pip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pip install mcp httpx python-dotenv pyyaml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python --version &amp;&amp; node --version &amp;&amp; npm --version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sudo apt-get update &amp;&amp; sudo apt-get install -y jq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# Create environment file for tokens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cat &gt; .env &lt;&lt;'EOF'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JIRA_BASE_URL=https://your-company.atlassian.net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JIRA_EMAIL=you@company.com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JIRA_API_TOKEN=&lt;jira_token&gt;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FIGMA_TOKEN=&lt;figma_token&gt;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BITBUCKET_WORKSPACE=&lt;workspace&gt;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BITBUCKET_USERNAME=&lt;username&gt;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BITBUCKET_APP_PASSWORD=&lt;app_password&gt;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EOF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2: Open Cursor settings and go to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Click Settings in Cursor.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Open Features tab.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Open MCP section.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Turn MCP ON.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Click Open mcp.json.</a:t>
            </a:r>
          </a:p>
        </p:txBody>
      </p:sp>
      <p:pic>
        <p:nvPicPr>
          <p:cNvPr id="4" name="Picture 3" descr="cursor_setting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1556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3: Add mcp.json config in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3554"/>
                </a:solidFill>
              </a:defRPr>
            </a:pPr>
            <a:r>
              <a:t>Paste this config in .cursor/mcp.json:</a:t>
            </a:r>
          </a:p>
          <a:p>
            <a:pPr>
              <a:spcAft>
                <a:spcPts val="800"/>
              </a:spcAft>
              <a:defRPr sz="2200">
                <a:solidFill>
                  <a:srgbClr val="233554"/>
                </a:solidFill>
              </a:defRPr>
            </a:pPr>
            <a:r>
              <a:t>Use your own server script paths.</a:t>
            </a:r>
          </a:p>
          <a:p>
            <a:pPr>
              <a:spcAft>
                <a:spcPts val="800"/>
              </a:spcAft>
              <a:defRPr sz="2200">
                <a:solidFill>
                  <a:srgbClr val="233554"/>
                </a:solidFill>
              </a:defRPr>
            </a:pPr>
            <a:r>
              <a:t>Save file and restart Cursor.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4754880" cy="361188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"mcpServers":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"jira": {"command":"python","args":["servers/jira_server.py"],"envFile":".env"},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"figma": {"command":"python","args":["servers/figma_server.py"],"envFile":".env"},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"bitbucket": {"command":"python","args":["servers/bitbucket_server.py"],"envFile":".env"}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}</a:t>
            </a:r>
          </a:p>
        </p:txBody>
      </p:sp>
      <p:pic>
        <p:nvPicPr>
          <p:cNvPr id="5" name="Picture 4" descr="cursor_mcp_js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4: Add tokens in .env 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37360"/>
            <a:ext cx="11155680" cy="452628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cat &gt; .env &lt;&lt;'EOF'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JIRA_BASE_URL=https://your-company.atlassian.net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JIRA_EMAIL=you@company.com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JIRA_API_TOKEN=&lt;jira_token&gt;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FIGMA_TOKEN=&lt;figma_token&gt;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BITBUCKET_WORKSPACE=&lt;workspace&gt;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BITBUCKET_USERNAME=&lt;username&gt;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BITBUCKET_APP_PASSWORD=&lt;app_password&gt;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EOF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# Keep .env out of git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E4ECFC"/>
                </a:solidFill>
                <a:latin typeface="DejaVu Sans Mono"/>
              </a:defRPr>
            </a:pPr>
            <a:r>
              <a:t>echo '.env' &gt;&gt; 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Important:</a:t>
            </a:r>
          </a:p>
          <a:p>
            <a:pPr lvl="1">
              <a:spcAft>
                <a:spcPts val="800"/>
              </a:spcAft>
              <a:defRPr sz="1500">
                <a:solidFill>
                  <a:srgbClr val="233554"/>
                </a:solidFill>
              </a:defRPr>
            </a:pPr>
            <a:r>
              <a:t>Never commit .env to repository.</a:t>
            </a:r>
          </a:p>
          <a:p>
            <a:pPr lvl="1">
              <a:spcAft>
                <a:spcPts val="800"/>
              </a:spcAft>
              <a:defRPr sz="1500">
                <a:solidFill>
                  <a:srgbClr val="233554"/>
                </a:solidFill>
              </a:defRPr>
            </a:pPr>
            <a:r>
              <a:t>Rotate tokens every 90 days.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5: Test Jira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3554"/>
                </a:solidFill>
              </a:defRPr>
            </a:pPr>
            <a:r>
              <a:t>Run test command:</a:t>
            </a:r>
          </a:p>
          <a:p>
            <a:pPr lvl="1">
              <a:spcAft>
                <a:spcPts val="800"/>
              </a:spcAft>
              <a:defRPr sz="1500">
                <a:solidFill>
                  <a:srgbClr val="233554"/>
                </a:solidFill>
              </a:defRPr>
            </a:pPr>
            <a:r>
              <a:t>curl -s -u "$JIRA_EMAIL:$JIRA_API_TOKEN" "$JIRA_BASE_URL/rest/api/3/myself" | jq '.displayName'</a:t>
            </a:r>
          </a:p>
          <a:p>
            <a:pPr>
              <a:spcAft>
                <a:spcPts val="800"/>
              </a:spcAft>
              <a:defRPr sz="2200">
                <a:solidFill>
                  <a:srgbClr val="233554"/>
                </a:solidFill>
              </a:defRPr>
            </a:pPr>
            <a:r>
              <a:t>Then ask in Cursor:</a:t>
            </a:r>
          </a:p>
          <a:p>
            <a:pPr lvl="1">
              <a:spcAft>
                <a:spcPts val="800"/>
              </a:spcAft>
              <a:defRPr sz="1500">
                <a:solidFill>
                  <a:srgbClr val="233554"/>
                </a:solidFill>
              </a:defRPr>
            </a:pPr>
            <a:r>
              <a:t>"Using Jira MCP, summarize PROJ-101 and draft acceptance criteria."</a:t>
            </a:r>
          </a:p>
        </p:txBody>
      </p:sp>
      <p:pic>
        <p:nvPicPr>
          <p:cNvPr id="4" name="Picture 3" descr="cursor_statu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6: Test Figma connection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4754880" cy="448056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source .venv/bin/activate &amp;&amp; source .env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export FIGMA_FILE_KEY=&lt;file_key&gt;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curl -s -H "X-Figma-Token: $FIGMA_TOKEN" "https://api.figma.com/v1/files/$FIGMA_FILE_KEY" | jq '.name'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# Prompt in Cursor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Using Figma MCP, extract design tokens and map components to frontend stories.</a:t>
            </a:r>
          </a:p>
        </p:txBody>
      </p:sp>
      <p:pic>
        <p:nvPicPr>
          <p:cNvPr id="4" name="Picture 3" descr="cursor_statu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7: Test Bitbucket connection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4754880" cy="448056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source .venv/bin/activate &amp;&amp; source .env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curl -s -u "$BITBUCKET_USERNAME:$BITBUCKET_APP_PASSWORD"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  "https://api.bitbucket.org/2.0/repositories/$BITBUCKET_WORKSPACE" | jq '.values[0].full_name'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# Prompt in Cursor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Using Bitbucket MCP, summarize PR #123 and create review checklist.</a:t>
            </a:r>
          </a:p>
        </p:txBody>
      </p:sp>
      <p:pic>
        <p:nvPicPr>
          <p:cNvPr id="4" name="Picture 3" descr="cursor_statu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Step 8: Build your first agent skill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00200"/>
            <a:ext cx="11155680" cy="502920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mkdir -p skills/jira-ticket-triage &amp;&amp; cd skills/jira-ticket-triage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cat &gt; skill.yaml &lt;&lt;'YAML'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name: jira-ticket-triage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version: 1.0.0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description: Triage issue and return action plan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tools: [jira.search, jira.get_issue]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YAML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cat &gt; prompts.md &lt;&lt;'MD'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# Inputs: issue_key, team_context, done_definition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# Output: summary, acceptance criteria, test cases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MD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echo '[{"input":"PROJ-101","assert_contains":["Summary","Acceptance"]}]' &gt; tests.json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Common errors and fixes (use in live training)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3554"/>
                </a:solidFill>
              </a:defRPr>
            </a:pPr>
            <a:r>
              <a:t>Most common issues: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401: token expired or wrong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403: missing project/file permission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404: wrong key or URL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MCP not showing: restart Cursor after save</a:t>
            </a:r>
          </a:p>
        </p:txBody>
      </p:sp>
      <p:pic>
        <p:nvPicPr>
          <p:cNvPr id="4" name="Picture 3" descr="common_errors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5-minute daily routine (adoption booster)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3554"/>
                </a:solidFill>
              </a:defRPr>
            </a:pPr>
            <a:r>
              <a:t>Do this daily: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Minute 1: pick top task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Minute 2: ask Cursor for plan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Minute 3: run quality skill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Minute 4: update status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Minute 5: save one useful prompt</a:t>
            </a:r>
          </a:p>
        </p:txBody>
      </p:sp>
      <p:pic>
        <p:nvPicPr>
          <p:cNvPr id="4" name="Picture 3" descr="five_min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Daily workflow your team can follow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Keep it simple: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Morning plan -&gt; Build -&gt; Review -&gt; Close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Save good prompts as team skills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 weekly quality review</a:t>
            </a:r>
          </a:p>
        </p:txBody>
      </p:sp>
      <p:pic>
        <p:nvPicPr>
          <p:cNvPr id="4" name="Picture 3" descr="dail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Risk Management and Governance Controls (simple)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Four must-have controls: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1) Low-access tokens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2) Human approval for write actions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3) Audit logs for every automation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4) Weekly KPI and failure review</a:t>
            </a:r>
          </a:p>
        </p:txBody>
      </p:sp>
      <p:pic>
        <p:nvPicPr>
          <p:cNvPr id="4" name="Picture 3" descr="risk_controls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30-60-90 day adoption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0-30 days: connect tools and train first squad.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31-60 days: publish top skills and run office hours.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61-90 days: scale to more teams and report KPI impact.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Target: 20% faster delivery with safe controls.</a:t>
            </a:r>
          </a:p>
        </p:txBody>
      </p:sp>
      <p:pic>
        <p:nvPicPr>
          <p:cNvPr id="4" name="Picture 3" descr="roadmap_30_60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Final checklist for trainer and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Before session: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Tokens ready and mcp.json template prepared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Pilot repo, Jira project, and Figma file selected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During session: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Everyone completes one end-to-end workflow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Everyone creates at least one simple skill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After session: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Review KPIs and improve weak prompts weekly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Q&amp;A</a:t>
            </a:r>
          </a:p>
        </p:txBody>
      </p:sp>
      <p:pic>
        <p:nvPicPr>
          <p:cNvPr id="4" name="Picture 3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